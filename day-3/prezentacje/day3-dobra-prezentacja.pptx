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80" r:id="rId11"/>
    <p:sldId id="281" r:id="rId12"/>
    <p:sldId id="267" r:id="rId13"/>
    <p:sldId id="268" r:id="rId14"/>
    <p:sldId id="269" r:id="rId15"/>
    <p:sldId id="270" r:id="rId16"/>
    <p:sldId id="282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</p:sldIdLst>
  <p:sldSz cx="9144000" cy="5143500" type="screen16x9"/>
  <p:notesSz cx="5143500" cy="9144000"/>
  <p:embeddedFontLst>
    <p:embeddedFont>
      <p:font typeface="Geologica SemiBold" pitchFamily="2" charset="0"/>
      <p:regular r:id="rId27"/>
      <p:bold r:id="rId28"/>
    </p:embeddedFont>
    <p:embeddedFont>
      <p:font typeface="Karla" pitchFamily="2" charset="0"/>
      <p:regular r:id="rId29"/>
    </p:embeddedFont>
    <p:embeddedFont>
      <p:font typeface="Karla Bold" charset="0"/>
      <p:regular r:id="rId30"/>
    </p:embeddedFont>
    <p:embeddedFont>
      <p:font typeface="Open Sans" panose="020B0606030504020204" pitchFamily="34" charset="0"/>
      <p:regular r:id="rId31"/>
      <p:italic r:id="rId32"/>
    </p:embeddedFont>
    <p:embeddedFont>
      <p:font typeface="Open Sans Bold" panose="020B0806030504020204" charset="0"/>
      <p:regular r:id="rId33"/>
    </p:embeddedFont>
    <p:embeddedFont>
      <p:font typeface="Twemoji Mozilla" panose="02000509000000000000" pitchFamily="49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245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Trzy rodzaje prezentacji i zasady, które działają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Przewodnik dla osób, które chcą przygotowywać prezentacje skutecznie — nie tylko ładnie.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Najczęstszy błąd przy tworzeniu prezentacji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7589" y="2204889"/>
            <a:ext cx="5422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Używanie tej samej struktury do wszystkiego.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2077343"/>
            <a:ext cx="19050" cy="481905"/>
          </a:xfrm>
          <a:prstGeom prst="roundRect">
            <a:avLst>
              <a:gd name="adj" fmla="val 5000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3474988" y="2718718"/>
            <a:ext cx="5177582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Prezentacja sprzedażowa kończąca się jak wykład traci siłę decyzyjną. Konferencyjna brzmiąca jak pitch sprzedażowy traci wiarygodność.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Pierwszy krok to nie wybór szablonu — to odpowiedź na pytanie: </a:t>
            </a:r>
            <a:r>
              <a:rPr lang="en-US" sz="11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do czego chcę przekonać tę konkretną publiczność?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521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Trzy różne cele — trzy różne struktury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223790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4071640" y="2370311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Sprzedażowa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676823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Prowadzi do konkretnej decyzji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2223790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503863" y="2370311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Konferencyjna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676823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Buduje wiedzę i wiarygodność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1917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071640" y="3338438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 / Inspiracyjna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64495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Zachęca do własnego działania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185"/>
            <a:ext cx="312167" cy="161479"/>
          </a:xfrm>
          <a:prstGeom prst="roundRect">
            <a:avLst>
              <a:gd name="adj" fmla="val 2212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59891" y="437034"/>
            <a:ext cx="641821" cy="9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TYP 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98512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Prezentacja sprzedażowa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496119" y="1130052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1375842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Doprowadzić decydenta do konkretnej decyzji — kup, zaakceptuj budżet, zgódź się na pomysł.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6119" y="1753195"/>
            <a:ext cx="39461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Publiczność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998985"/>
            <a:ext cx="44033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Decydent z ograniczonym czasem, który chce usłyszeć sedno szybko.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466" y="1140023"/>
            <a:ext cx="3946178" cy="6379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51276" y="135932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25728" y="1260574"/>
            <a:ext cx="33063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Kim jesteś i co proponujesz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466" y="1857673"/>
            <a:ext cx="3946178" cy="6379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51276" y="207697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25728" y="1978223"/>
            <a:ext cx="33063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mają Cię słuchać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466" y="2575322"/>
            <a:ext cx="3946178" cy="6379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51276" y="2794620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25728" y="2695873"/>
            <a:ext cx="33063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Konkretny problem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466" y="3292971"/>
            <a:ext cx="3946178" cy="6379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51276" y="351226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225728" y="3413522"/>
            <a:ext cx="33063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Zysk &gt; koszt rozwiązania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6466" y="4010620"/>
            <a:ext cx="3946178" cy="6379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51276" y="422991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225728" y="4131171"/>
            <a:ext cx="330636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Jasne wezwanie do działania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881113"/>
            <a:ext cx="444326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4010174" y="1923604"/>
            <a:ext cx="7314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TYP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21531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Prezentacja konferencyjna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8087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Cel: podzielić się wiedzą z ludźmi, którzy już są zainteresowani tematem. Nie trzeba ich przekonywać, że temat jest ważny — sami tu przyszli.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62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Struktura prezentacji konferencyjnej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4274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64643"/>
            <a:ext cx="2622724" cy="1905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96119" y="1773585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Konkretna scena — nie definicja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1553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Zacznij od obrazu, który słuchacze zapamiętają, zanim jeszcze powiesz, o czym mówisz.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44274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664643"/>
            <a:ext cx="2622724" cy="1905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60601" y="1773585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Kontekst i ograniczenia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080096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Opisz, z czym realnie się mierzyłeś — to buduje zaufanie.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44274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664643"/>
            <a:ext cx="2622724" cy="1905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25083" y="1773585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Droga wdrożenia — łącznie z porażkami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30155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Szczerość o błędach buduje wiarygodność mocniej niż sam sukces.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451920"/>
            <a:ext cx="4004965" cy="1905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96119" y="3560862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Porównanie z życia codziennego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867373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Pokaż skalę różnicy w sposób, który każdy zrozumie.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23001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451920"/>
            <a:ext cx="4004965" cy="19050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642842" y="3560862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Wnioski i czas na pytania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867373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Brak twardego wezwania do decyzji — celem jest mądrzejsza publiczność.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4305"/>
            <a:ext cx="445591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81174" y="676796"/>
            <a:ext cx="7326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TYP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063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Prezentacja PR / inspiracyjna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1421"/>
            <a:ext cx="2628230" cy="2628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988" y="2154882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518097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"Jeśli ja mogłem to zrobić — ty też możesz." Celem jest zachęta do własnej inicjatywy, nie jedna konkretna decyzja.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113484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Publiczność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988" y="3476699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Szeroka, niekoniecznie ekspercka. Ludzie, którzy wątpią, czy sami mogliby coś zmienić.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Struktura prezentacji inspiracyjnej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Ludzki efekt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Moment przełomu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Przeszkody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Zauważony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Zwykły punkt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Kluczowa różnica: zakończenie to osobiste zaproszenie do jednej małej, konkretnej akcji — nie transakcja, nie twarda sprzedaż.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99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Jedno pytanie, które zmienia wszystko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5495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czego chcę przekonać odbiorców?</a:t>
            </a:r>
            <a:endParaRPr lang="en-US" sz="3850" dirty="0"/>
          </a:p>
        </p:txBody>
      </p:sp>
      <p:sp>
        <p:nvSpPr>
          <p:cNvPr id="4" name="Shape 2"/>
          <p:cNvSpPr/>
          <p:nvPr/>
        </p:nvSpPr>
        <p:spPr>
          <a:xfrm>
            <a:off x="496119" y="3010867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2640" y="315738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decyzji?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34639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→ Prezentacja sprzedażowa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3010867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07122" y="315738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wiedzy?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34639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→ Prezentacja konferencyjna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3010867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171605" y="315738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 działania?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3463900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→ Prezentacja inspiracyjna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119" y="39967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Odpowiedź na to pytanie determinuje strukturę — zanim jeszcze cokolwiek trafi do narzędzia do tworzenia slajdów.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761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Szybkie porównanie trzech typów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703189"/>
            <a:ext cx="8151763" cy="2372692"/>
          </a:xfrm>
          <a:prstGeom prst="roundRect">
            <a:avLst>
              <a:gd name="adj" fmla="val 21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96119" y="2067148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96119" y="242872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96119" y="2988766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96119" y="3350344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96119" y="3711922"/>
            <a:ext cx="8151763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501030" y="1707952"/>
            <a:ext cx="2035522" cy="359197"/>
          </a:xfrm>
          <a:custGeom>
            <a:avLst/>
            <a:gdLst/>
            <a:ahLst/>
            <a:cxnLst/>
            <a:rect l="l" t="t" r="r" b="b"/>
            <a:pathLst>
              <a:path w="2035522" h="359197">
                <a:moveTo>
                  <a:pt x="43416" y="0"/>
                </a:moveTo>
                <a:lnTo>
                  <a:pt x="2035522" y="0"/>
                </a:lnTo>
                <a:lnTo>
                  <a:pt x="2035522" y="359197"/>
                </a:lnTo>
                <a:lnTo>
                  <a:pt x="0" y="359197"/>
                </a:lnTo>
                <a:lnTo>
                  <a:pt x="0" y="43416"/>
                </a:lnTo>
                <a:arcTo wR="43416" hR="43416" stAng="10800000" swAng="5400000"/>
                <a:close/>
              </a:path>
            </a:pathLst>
          </a:custGeom>
          <a:solidFill>
            <a:srgbClr val="31272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25004" y="178712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Wymiar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36552" y="1707952"/>
            <a:ext cx="2035522" cy="359197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660526" y="178712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Sprzedażowa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74" y="1707952"/>
            <a:ext cx="2035522" cy="359197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696048" y="178712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Konferencyjna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07597" y="1707952"/>
            <a:ext cx="2035522" cy="359197"/>
          </a:xfrm>
          <a:custGeom>
            <a:avLst/>
            <a:gdLst/>
            <a:ahLst/>
            <a:cxnLst/>
            <a:rect l="l" t="t" r="r" b="b"/>
            <a:pathLst>
              <a:path w="2035522" h="359197">
                <a:moveTo>
                  <a:pt x="0" y="0"/>
                </a:moveTo>
                <a:lnTo>
                  <a:pt x="1992106" y="0"/>
                </a:lnTo>
                <a:arcTo wR="43416" hR="43416" stAng="16200000" swAng="5400000"/>
                <a:lnTo>
                  <a:pt x="2035522" y="359197"/>
                </a:lnTo>
                <a:lnTo>
                  <a:pt x="0" y="359197"/>
                </a:lnTo>
                <a:lnTo>
                  <a:pt x="0" y="0"/>
                </a:lnTo>
                <a:close/>
              </a:path>
            </a:pathLst>
          </a:custGeom>
          <a:solidFill>
            <a:srgbClr val="C4A86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731571" y="1787128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 / Inspiracyjna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214870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60526" y="214870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Konkretna decyzja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6048" y="214870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Wiedza i wiarygodność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31571" y="2148706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Inspiracja do działania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004" y="251028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Publiczność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60526" y="2510284"/>
            <a:ext cx="178757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Decydent z ograniczonym czasem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96048" y="251028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Zainteresowani tematem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31571" y="251028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Szeroka, wątpiąca w siebie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004" y="307032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Otwarcie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60526" y="307032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Pokazanie kompetencji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96048" y="307032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Konkretna scena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31571" y="3070324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Zwykły punkt wyjścia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004" y="343190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60526" y="343190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Rzeczowy, liczby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96048" y="343190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Szczery, techniczny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31571" y="3431902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Osobisty, emocjonalny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004" y="379348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Zakończenie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60526" y="379348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Twarda decyzja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96048" y="379348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Dyskusja / brak CTA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31571" y="3793480"/>
            <a:ext cx="224477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Miękkie zaproszenie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68971"/>
            <a:ext cx="668610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570533" y="1806178"/>
            <a:ext cx="97698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ROZDZIAŁ 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007096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Zasady dobrej prezentacji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2580680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Każda z poniższych zasad pochodzi z prawdziwej prezentacji, która zadziałała — nie z teorii ani sztucznego case study. Historia jest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22 razy bardziej zapamiętywalna niż same fakty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(Jennifer Aaker). Fakty dają wiarygodność, historia sprawia, że ktoś to zapamięta następnego dnia.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historia działa lepiej niż fakty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87589" y="2382069"/>
            <a:ext cx="49649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Historia jest </a:t>
            </a:r>
            <a:r>
              <a:rPr lang="en-US" sz="11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22 razy bardziej zapamiętywalna</a:t>
            </a: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niż same fakty.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— Jennifer Aaker, Stanford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2254523"/>
            <a:ext cx="19050" cy="708720"/>
          </a:xfrm>
          <a:prstGeom prst="roundRect">
            <a:avLst>
              <a:gd name="adj" fmla="val 5000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3474988" y="3122712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Fakty dają wiarygodność. Historia sprawia, że ktoś to zapamięta i zrozumie następnego dnia — i potrafi to opowiedzieć innemu.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4237"/>
            <a:ext cx="640184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81174" y="726728"/>
            <a:ext cx="92727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5629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Poznaj odbiorców — różni ludzie szukają różnych rzeczy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5487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Ta sama sala może mieć kilka różnych grup. Każda słucha pod innym kątem.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41153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97269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Osoba budżetowa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279204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"Ile to kosztuje i czy się zwróci?"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441153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72433" y="297269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Osoba ds. bezpieczeństwa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272433" y="327920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"Czy to jest bezpieczne dla naszych danych?"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441153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8747" y="297269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Osoba techniczna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327920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"Czy to w ogóle zadziała i jak to zintegrujemy?"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3892302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4093071"/>
            <a:ext cx="177180" cy="1417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6816" y="406948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Technika: jeden slajd podzielony na trzy kolumny — ta sama historia, trzy różne wejścia dla trzech różnych grup.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38969"/>
            <a:ext cx="668387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81174" y="1081460"/>
            <a:ext cx="95547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110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Konkretny problem, nie ogólnik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26084"/>
            <a:ext cx="1880592" cy="18189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2286893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Ogólnik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650108"/>
            <a:ext cx="148277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"Mamy problemy z organizacją" — to zdanie można powiedzieć o dowolnej firmie na świecie.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8470" y="2126084"/>
            <a:ext cx="1880592" cy="18189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55478" y="2286893"/>
            <a:ext cx="14827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Konkret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755478" y="2650108"/>
            <a:ext cx="148277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"Problem: co tydzień tracimy 4 godziny na ręczne przesyłanie raportów między działami."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49701" y="210837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Przykład z życia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49701" y="2471589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Prezentacja z rekomendacją dla zarządu opisuje </a:t>
            </a:r>
            <a:r>
              <a:rPr lang="en-US" sz="11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sześć konkretnych sytuacji</a:t>
            </a: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 firmie. Pod każdą — jedno zdanie zaczynające się od "Problem:". Bez ogólnej narracji. Bez "mamy wyzwania".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809997"/>
            <a:ext cx="669652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581174" y="852487"/>
            <a:ext cx="95674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08205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Liczba + porównanie z życia = zapamiętywalność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32238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Sama liczba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685604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"Kosztuje nas to X tysięcy miesięcznie." → Abstrakcyjna, trudna do zapamiętania.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35201" y="232238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Liczba z porównaniem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35201" y="2685604"/>
            <a:ext cx="21884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"Miesięczny koszt problemu = cena nowego samochodu dostawczego." → Konkretna, wyobrażalna, niezapomniana.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87987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Ten sam trik: "10 PB danych = 200 lat oglądania filmów w jakości HD." Porównanie zakotwicza liczbę w rzeczywistości odbiorcy.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8259" y="372219"/>
            <a:ext cx="3907482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5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Koszt Złej Jakości Danych</a:t>
            </a:r>
            <a:endParaRPr lang="en-US" sz="2150"/>
          </a:p>
        </p:txBody>
      </p:sp>
      <p:sp>
        <p:nvSpPr>
          <p:cNvPr id="3" name="Text 1"/>
          <p:cNvSpPr/>
          <p:nvPr/>
        </p:nvSpPr>
        <p:spPr>
          <a:xfrm>
            <a:off x="267519" y="914251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Marnotrawiony kapitał, który moglibyśmy przeznaczyć na rozwój i innowacje.</a:t>
            </a:r>
            <a:endParaRPr lang="en-US" sz="8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68" y="1192039"/>
            <a:ext cx="2890317" cy="28903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1530" y="4205288"/>
            <a:ext cx="2423517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Miesięczny koszt (156–239 tys. PLN)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496119" y="4436938"/>
            <a:ext cx="401441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równowartość</a:t>
            </a:r>
            <a:r>
              <a:rPr lang="en-US" sz="85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nowego energooszczędnego samochodu dostawczego</a:t>
            </a:r>
            <a:r>
              <a:rPr lang="en-US" sz="850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 znacząco zmodernizowałoby naszą flotę i obniżyło koszty operacyjne.</a:t>
            </a:r>
            <a:endParaRPr lang="en-US" sz="85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515" y="1192039"/>
            <a:ext cx="2890317" cy="28903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13338" y="4205288"/>
            <a:ext cx="2254672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Roczny koszt (1,87–2,87 mln PLN)</a:t>
            </a:r>
            <a:endParaRPr lang="en-US" sz="1050"/>
          </a:p>
        </p:txBody>
      </p:sp>
      <p:sp>
        <p:nvSpPr>
          <p:cNvPr id="9" name="Text 5"/>
          <p:cNvSpPr/>
          <p:nvPr/>
        </p:nvSpPr>
        <p:spPr>
          <a:xfrm>
            <a:off x="4633466" y="4436938"/>
            <a:ext cx="401441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pozwalałby na </a:t>
            </a:r>
            <a:r>
              <a:rPr lang="en-US" sz="850" b="1">
                <a:solidFill>
                  <a:srgbClr val="0309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modernizację kluczowych linii sortowniczych</a:t>
            </a:r>
            <a:r>
              <a:rPr lang="en-US" sz="850">
                <a:solidFill>
                  <a:srgbClr val="0309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lub wdrożenie innowacyjnych rozwiązań automatyzacyjnych w jednym z naszych hubów.</a:t>
            </a:r>
            <a:endParaRPr lang="en-US" sz="8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71E0D8-69EB-9727-4509-92576872B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56630" y="4377929"/>
            <a:ext cx="1537067" cy="8381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32780" cy="107603"/>
          </a:xfrm>
          <a:prstGeom prst="roundRect">
            <a:avLst>
              <a:gd name="adj" fmla="val 2213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38609" y="411063"/>
            <a:ext cx="70499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4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Powtarzalny wzorzec ułatwia śledzenie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0224" y="825773"/>
            <a:ext cx="4603552" cy="4342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12195" y="3610566"/>
            <a:ext cx="1461448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pl-PL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12195" y="3905047"/>
            <a:ext cx="1461448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Trudności w hodowli, jak choroby i wydajność.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12676" y="1605247"/>
            <a:ext cx="146144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ROZWIĄZANIE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12676" y="1899727"/>
            <a:ext cx="1461447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Wdrożenie nowych praktyk i kontroli zdrowia.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978243" y="3610566"/>
            <a:ext cx="1461447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KORZYŚĆ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78243" y="3905047"/>
            <a:ext cx="1461447" cy="41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Wyższa jakość i stabilny wzrost produkcji.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516865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Gdy mózg odbiorcy rozpoznaje wzorzec, nie musi go rozkodowywać od nowa — może skupić się na treści. Prezentacja konferencyjna o hodowli łososia użyła tego schematu dwukrotnie. Efekt: czytelność bez wrażenia powtarzania się.</a:t>
            </a:r>
            <a:endParaRPr lang="en-US" sz="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4305"/>
            <a:ext cx="666750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81174" y="676796"/>
            <a:ext cx="9538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063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Buduj wiarygodność, zanim o coś poprosisz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21421"/>
            <a:ext cx="2628230" cy="2628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988" y="2041475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Zasada prosta jak budowa cepa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404690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poprosisz o zgodę, wsparcie lub współpracę — pokaż, że już wcześniej robiłeś podobne rzeczy i że się udało.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000077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Przykład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474988" y="3363292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Oferta współpracy zawiera osobną sekcję "Nasze doświadczenie" z konkretnymi projektami, umieszczoną </a:t>
            </a:r>
            <a:r>
              <a:rPr lang="en-US" sz="11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tuż przed właściwą propozycją</a:t>
            </a: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Najpierw dowód — potem prośba.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0235"/>
            <a:ext cx="646584" cy="208583"/>
          </a:xfrm>
          <a:prstGeom prst="roundRect">
            <a:avLst>
              <a:gd name="adj" fmla="val 22123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78495" y="611386"/>
            <a:ext cx="939031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2024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Pokaż postęp w czasie, nie tylko wynik końcowy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593652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Jedna liczba końcowa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941165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"Zaczęliśmy tu, skończyliśmy tam." Brzmi jak przypadek, nie jak praca.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2506787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Droga dzień po dniu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854300"/>
            <a:ext cx="39083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Widać kierunek, tempo i wysiłek — nie tylko punkt startowy i końcowy. Wynik nabiera sensu.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269" y="1610320"/>
            <a:ext cx="3908375" cy="28132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35707"/>
            <a:ext cx="655960" cy="215354"/>
          </a:xfrm>
          <a:prstGeom prst="roundRect">
            <a:avLst>
              <a:gd name="adj" fmla="val 22119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81174" y="1178198"/>
            <a:ext cx="9430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0776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Mocne zamknięcie — konkretne, nie ogólnikowe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506340"/>
            <a:ext cx="8151763" cy="1501453"/>
          </a:xfrm>
          <a:prstGeom prst="roundRect">
            <a:avLst>
              <a:gd name="adj" fmla="val 3966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500881" y="2511103"/>
            <a:ext cx="2714030" cy="1491928"/>
          </a:xfrm>
          <a:custGeom>
            <a:avLst/>
            <a:gdLst/>
            <a:ahLst/>
            <a:cxnLst/>
            <a:rect l="l" t="t" r="r" b="b"/>
            <a:pathLst>
              <a:path w="2714030" h="1491928">
                <a:moveTo>
                  <a:pt x="49619" y="0"/>
                </a:moveTo>
                <a:lnTo>
                  <a:pt x="2714030" y="0"/>
                </a:lnTo>
                <a:lnTo>
                  <a:pt x="2714030" y="1491928"/>
                </a:lnTo>
                <a:lnTo>
                  <a:pt x="49619" y="1491928"/>
                </a:lnTo>
                <a:arcTo wR="49619" hR="49619" stAng="5400000" swAng="5400000"/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2640" y="2652861"/>
            <a:ext cx="24305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Najgorsze zamknięcie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2959373"/>
            <a:ext cx="24305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"Dziękuję, pytania?" — nie zostawia nic w głowie, nie prowadzi do żadnego działania.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911" y="2511103"/>
            <a:ext cx="2714104" cy="1491928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14911" y="2511103"/>
            <a:ext cx="19050" cy="1491928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356670" y="2652861"/>
            <a:ext cx="243058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Zamknięcie sprzedażowe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6670" y="3180829"/>
            <a:ext cx="24305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Slajd z czterema ponumerowanymi decyzjami, o które prosi autor. Zero dwuznaczności.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29015" y="2511103"/>
            <a:ext cx="2714104" cy="1491928"/>
          </a:xfrm>
          <a:custGeom>
            <a:avLst/>
            <a:gdLst/>
            <a:ahLst/>
            <a:cxnLst/>
            <a:rect l="l" t="t" r="r" b="b"/>
            <a:pathLst>
              <a:path w="2714104" h="1491928">
                <a:moveTo>
                  <a:pt x="0" y="0"/>
                </a:moveTo>
                <a:lnTo>
                  <a:pt x="2664486" y="0"/>
                </a:lnTo>
                <a:arcTo wR="49619" hR="49619" stAng="16200000" swAng="5400000"/>
                <a:lnTo>
                  <a:pt x="2714104" y="1442309"/>
                </a:lnTo>
                <a:arcTo wR="49619" hR="49619" stAng="0" swAng="5400000"/>
                <a:lnTo>
                  <a:pt x="0" y="1491928"/>
                </a:lnTo>
                <a:lnTo>
                  <a:pt x="0" y="0"/>
                </a:lnTo>
                <a:close/>
              </a:path>
            </a:pathLst>
          </a:cu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5929015" y="2511103"/>
            <a:ext cx="19050" cy="1491928"/>
          </a:xfrm>
          <a:prstGeom prst="roundRect">
            <a:avLst>
              <a:gd name="adj" fmla="val 50000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070774" y="2652861"/>
            <a:ext cx="243058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Zamknięcie konferencyjne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70774" y="3180829"/>
            <a:ext cx="24305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Seria krótkich pytań z kluczowymi wnioskami + żartobliwe nawiązanie do tytułu. Bawi i przypomina.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22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Checklista przed każdym wystąpieniem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706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919683" y="1116285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Jeden główny przekaz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9683" y="13986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mam jeden jasny przekaz, a nie pięć równoległych wątków naraz?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1853803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19683" y="1899419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Konkret zamiast ogólnika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9683" y="2181820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każdy problem ma konkretny przykład albo liczbę?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636937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919683" y="2682553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Jedno porównanie z życia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9683" y="2964954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przynajmniej jedna liczba ma analogię, którą ktoś zapamięta?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6119" y="3420070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919683" y="3465686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Jasne zakończenie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3748087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ostatnie zdanie mówi wprost, czego oczekuję — lub zostawia coś do przemyślenia?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203204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919683" y="4248820"/>
            <a:ext cx="772819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Język dopasowany do sali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9683" y="4531221"/>
            <a:ext cx="77281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mówiłem do tej konkretnej grupy, która tu jest?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36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Wszystkie zasady w jednym miejscu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181" y="1090538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Twój następny krok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/>
          <p:nvPr/>
        </p:nvSpPr>
        <p:spPr>
          <a:xfrm>
            <a:off x="4071640" y="169515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Zdecyduj o typie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Który typ prezentacji pasuje do Twojego tematu — sprzedażowa, konferencyjna czy inspiracyjna?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6503863" y="169515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Wybierz jedną zasadę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01664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Wybierz jedną zasadę, której dziś jeszcze nie stosujesz, i wpleć ją do własnej prezentacji.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4071640" y="33437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Zacznij od pytania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65023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Zanim otworzysz narzędzie: "Do czego chcę przekonać tę konkretną publiczność?"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7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Podsumowanie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76214"/>
            <a:ext cx="4004965" cy="1487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13508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Dobierz typ do celu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Sprzedażowa → decyzja. Konferencyjna → wiedza. Inspiracyjna → działanie.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376214"/>
            <a:ext cx="4005039" cy="1487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0232" y="1482551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Buduj na konkretach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Każdy problem z przykładem. Każda liczba z porównaniem. Każde zakończenie z intencją.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4879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3508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56927" y="3572842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Historia ponad fakty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79354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Fakty dają wiarygodność. Historia sprawia, że ktoś to zapamięta jutro i pojutrze.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487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0232" y="3112219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803651" y="3572842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Zacznij od pytania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79354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Jeden jasny cel — zanim cokolwiek trafi na slajd.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1333</Words>
  <Application>Microsoft Office PowerPoint</Application>
  <PresentationFormat>On-screen Show (16:9)</PresentationFormat>
  <Paragraphs>218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Karla</vt:lpstr>
      <vt:lpstr>Twemoji Mozilla</vt:lpstr>
      <vt:lpstr>Arial</vt:lpstr>
      <vt:lpstr>Karla Bold</vt:lpstr>
      <vt:lpstr>Open Sans</vt:lpstr>
      <vt:lpstr>Geologica Light</vt:lpstr>
      <vt:lpstr>Open Sans Bold</vt:lpstr>
      <vt:lpstr>Geologica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Kasper</dc:creator>
  <cp:lastModifiedBy>Kasper Kalfas</cp:lastModifiedBy>
  <cp:revision>2</cp:revision>
  <dcterms:created xsi:type="dcterms:W3CDTF">2026-08-14T14:04:07Z</dcterms:created>
  <dcterms:modified xsi:type="dcterms:W3CDTF">2026-08-14T14:14:58Z</dcterms:modified>
</cp:coreProperties>
</file>